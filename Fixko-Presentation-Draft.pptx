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B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2B52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645920"/>
            <a:ext cx="5486400" cy="5486400"/>
          </a:xfrm>
          <a:prstGeom prst="ellipse">
            <a:avLst/>
          </a:prstGeom>
          <a:solidFill>
            <a:srgbClr val="3B4A8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572000"/>
            <a:ext cx="5943600" cy="5943600"/>
          </a:xfrm>
          <a:prstGeom prst="ellipse">
            <a:avLst/>
          </a:prstGeom>
          <a:solidFill>
            <a:srgbClr val="1E274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PROJECT PRESENTATION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Fixko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Facility Maintenance Reporting System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93208" y="4069080"/>
            <a:ext cx="2011680" cy="274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43484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5B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A.Y. 2025–2026  •  Block: [YOUR BLOCK]  •  Group: [GROUP NO.]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48920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A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[School Name]  •  [Department]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70248" y="5760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[Placeholder: school / project logo]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4A8F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65836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 Composition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Introduce your group one by one.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965960"/>
            <a:ext cx="2560320" cy="39319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2240280"/>
            <a:ext cx="1463040" cy="1463040"/>
          </a:xfrm>
          <a:prstGeom prst="roundRect">
            <a:avLst>
              <a:gd name="adj" fmla="val 50000"/>
            </a:avLst>
          </a:prstGeom>
          <a:solidFill>
            <a:srgbClr val="E0E5F7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25146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4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[Photo]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3886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 1 Full Name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0120" y="4389120"/>
            <a:ext cx="2286000" cy="365760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Manager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49834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Over-all coordination, documentation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66160" y="1965960"/>
            <a:ext cx="2560320" cy="39319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0" y="2240280"/>
            <a:ext cx="1463040" cy="1463040"/>
          </a:xfrm>
          <a:prstGeom prst="roundRect">
            <a:avLst>
              <a:gd name="adj" fmla="val 50000"/>
            </a:avLst>
          </a:prstGeom>
          <a:solidFill>
            <a:srgbClr val="E0E5F7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25146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4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[Photo]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03320" y="3886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 2 Full Name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703320" y="4389120"/>
            <a:ext cx="2286000" cy="365760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Programmer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94760" y="49834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&amp; frontend development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09360" y="1965960"/>
            <a:ext cx="2560320" cy="39319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2240280"/>
            <a:ext cx="1463040" cy="1463040"/>
          </a:xfrm>
          <a:prstGeom prst="roundRect">
            <a:avLst>
              <a:gd name="adj" fmla="val 50000"/>
            </a:avLst>
          </a:prstGeom>
          <a:solidFill>
            <a:srgbClr val="E0E5F7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25146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4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[Photo]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3886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 3 Full Name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46520" y="4389120"/>
            <a:ext cx="2286000" cy="365760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37960" y="49834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UI/UX, branding, layout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52560" y="1965960"/>
            <a:ext cx="2560320" cy="39319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0" y="2240280"/>
            <a:ext cx="1463040" cy="1463040"/>
          </a:xfrm>
          <a:prstGeom prst="roundRect">
            <a:avLst>
              <a:gd name="adj" fmla="val 50000"/>
            </a:avLst>
          </a:prstGeom>
          <a:solidFill>
            <a:srgbClr val="E0E5F7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0" y="25146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4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[Photo]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89720" y="3886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 4 Full Name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189720" y="4389120"/>
            <a:ext cx="2286000" cy="365760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 / Tester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281160" y="49834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Testing, bug tracking, reports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4A8F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65836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Industry Chosen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539496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22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24128" y="185623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B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🏫  Education — School / University Facilities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24128" y="2313432"/>
            <a:ext cx="502920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school depends on its physical facilities — classrooms, laboratories, offices, and equipment.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Breakdowns and lost items interrupt classes daily, but the way these issues reach the maintenance office is still old-fashioned.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92240" y="1691640"/>
            <a:ext cx="484632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22">
                <a:alpha val="7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93408" y="185623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B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🔧  Where We Fit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93408" y="2313432"/>
            <a:ext cx="44805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Fixko digitizes the reporting and repair loop between reporters, maintenance personnel, and the school administration.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platform: report → review → assign → fix → resolve → feedback.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463040" y="4937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3B4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“A broken ceiling fan in Room 204 shouldn’t need to be reported three times to get fixed.”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4A8F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65836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 Points We Are Solving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105613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92224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🔴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37360" y="1755648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Verbal / face-to-face reporting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737360" y="2066544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must personally report issues to the office — or worse, they’re not sure where to report at all.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2578608"/>
            <a:ext cx="105613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2491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➡️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37360" y="2688336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status tracking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737360" y="2999232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reporting, the student has no idea whether it’s being reviewed, being fixed, or ignored.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3511296"/>
            <a:ext cx="105613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6576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737360" y="3621024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Paper-based, scattered records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737360" y="393192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 are logged by hand — records get lost, duplicated, or forgotten.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4443984"/>
            <a:ext cx="105613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5902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⏳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737360" y="4553712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Slow assignment of personnel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737360" y="4864608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has no clean way to see open reports and assign them to maintenance personnel.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" y="5376672"/>
            <a:ext cx="105613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552297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737360" y="548640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accountability or feedback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737360" y="5797296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one knows how fast jobs get done, and completeness of repairs is never rated.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 made on paper can also be faked — no photo proof, no trace.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2B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NAME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Fixko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14400" y="3154680"/>
            <a:ext cx="10360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A5F3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“Fixing campus problems, ko-ordinated.”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14400" y="370332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Tagline alt: “From first report to final fix — one platform for the whole campus.”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27448" y="443484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232B52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27448" y="4617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TICKET NUMBER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FX-XXXX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64608" y="51206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report gets a unique ticket code so it can be tracked end-to-end.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60350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[Placeholder: system logo / homepage screenshot]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4A8F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65836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 of Fixko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521208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1755648"/>
            <a:ext cx="4434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B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submission with photo proof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08760" y="2057400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report damaged/missing items with a real photo — AI-generated images are auto-detected and refused.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63640" y="1645920"/>
            <a:ext cx="521208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🔁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949440" y="1755648"/>
            <a:ext cx="4434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B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status workflow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49440" y="2057400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 → Under Review → In Progress → Under Maintenance → Resolved, with a complete status history log.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2816352"/>
            <a:ext cx="521208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090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08760" y="2926080"/>
            <a:ext cx="4434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B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access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08760" y="3227832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Separate experiences for User (reporter), Maintenance, and Admin — each sees only what they handle.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63640" y="2816352"/>
            <a:ext cx="521208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3090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📌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49440" y="2926080"/>
            <a:ext cx="4434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B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Assignment &amp; accountability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49440" y="3227832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assigns each report to a specific maintenance personnel — no report goes unowned.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" y="3986784"/>
            <a:ext cx="521208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2611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508760" y="4096512"/>
            <a:ext cx="4434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B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comment thread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508760" y="4398264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Reporter, maintenance, and admin can discuss each report directly inside the system.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3986784"/>
            <a:ext cx="521208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42611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🔔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949440" y="4096512"/>
            <a:ext cx="4434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B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notifications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49440" y="4398264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Role-aware notifications: new reports, assignments, status changes, messages — with unread badges.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2960" y="5157216"/>
            <a:ext cx="521208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54315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508760" y="5266944"/>
            <a:ext cx="4434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B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Feedback &amp; rating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508760" y="5568696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resolution, the reporter rates the repair (1–5) with comments.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63640" y="5157216"/>
            <a:ext cx="521208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54315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949440" y="5266944"/>
            <a:ext cx="4434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B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Summaries &amp; dashboards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49440" y="5568696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role has overview dashboards: open reports, critical items, resolve counts, and trends.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22960" y="63550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Plus: ticket-code search (FX-XXXX), flagging &amp; auto-warnings for misuse, archive of resolved/done works, and sensitive-info detection on reports.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4A8F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65836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of Fixko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3429000" cy="4709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745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B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 User (Student Reporter)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2514600"/>
            <a:ext cx="29718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reports (damage, missing equipment) with photo</a:t>
            </a:r>
            <a:endParaRPr lang="en-US" sz="1150" dirty="0"/>
          </a:p>
          <a:p>
            <a:pPr marL="127000" indent="-1270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each report’s live status and full history</a:t>
            </a:r>
            <a:endParaRPr lang="en-US" sz="1150" dirty="0"/>
          </a:p>
          <a:p>
            <a:pPr marL="127000" indent="-1270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Comment to give updates / answer questions</a:t>
            </a:r>
            <a:endParaRPr lang="en-US" sz="1150" dirty="0"/>
          </a:p>
          <a:p>
            <a:pPr marL="127000" indent="-1270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 &amp; give feedback after repair is resolved</a:t>
            </a:r>
            <a:endParaRPr lang="en-US" sz="1150" dirty="0"/>
          </a:p>
          <a:p>
            <a:pPr marL="127000" indent="-1270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 discipline: warnings → suspension → lock for fake / AI photos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1691640"/>
            <a:ext cx="3429000" cy="4709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8745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B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🔧 Maintenance Personnel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9160" y="2514600"/>
            <a:ext cx="29718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reports assigned to them</a:t>
            </a:r>
            <a:endParaRPr lang="en-US" sz="1150" dirty="0"/>
          </a:p>
          <a:p>
            <a:pPr marL="127000" indent="-1270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 assigned reports: In Progress → Under Maintenance → Resolved</a:t>
            </a:r>
            <a:endParaRPr lang="en-US" sz="1150" dirty="0"/>
          </a:p>
          <a:p>
            <a:pPr marL="127000" indent="-1270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 with the reporter inside the report</a:t>
            </a:r>
            <a:endParaRPr lang="en-US" sz="1150" dirty="0"/>
          </a:p>
          <a:p>
            <a:pPr marL="127000" indent="-1270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 discipline: warned by admin if reports stay unaddressed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429000" cy="4709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8745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B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Admin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21040" y="2514600"/>
            <a:ext cx="29718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oversight: all reports + summaries (Report summary, Done works)</a:t>
            </a:r>
            <a:endParaRPr lang="en-US" sz="1150" dirty="0"/>
          </a:p>
          <a:p>
            <a:pPr marL="127000" indent="-1270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 / reassign reports to maintenance personnel</a:t>
            </a:r>
            <a:endParaRPr lang="en-US" sz="1150" dirty="0"/>
          </a:p>
          <a:p>
            <a:pPr marL="127000" indent="-1270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 inappropriate / fake reports — auto warns, suspends, or locks reporters</a:t>
            </a:r>
            <a:endParaRPr lang="en-US" sz="1150" dirty="0"/>
          </a:p>
          <a:p>
            <a:pPr marL="127000" indent="-1270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users: warn, suspend, restore, or delete accounts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4A8F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65836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 Used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3429000" cy="45262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874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🎨 FRONTEND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</a:rPr>
              <a:t>Next.js (React 18)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</a:rPr>
              <a:t>TypeScript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</a:rPr>
              <a:t>Tailwind + custom CSS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</a:rPr>
              <a:t>GSAP + Framer Motion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</a:rPr>
              <a:t>Headless UI</a:t>
            </a:r>
            <a:endParaRPr lang="en-US" sz="1200" dirty="0"/>
          </a:p>
          <a:p>
            <a:pPr marL="342900" indent="-342900">
              <a:buSzPct val="100000"/>
              <a:buChar char=" "/>
            </a:pPr>
            <a:r>
              <a:rPr lang="en-US" sz="1000" dirty="0">
                <a:solidFill>
                  <a:srgbClr val="5A6478"/>
                </a:solidFill>
              </a:rPr>
              <a:t>App framework — routing, server pages</a:t>
            </a:r>
            <a:endParaRPr lang="en-US" sz="1200" dirty="0"/>
          </a:p>
          <a:p>
            <a:pPr marL="342900" indent="-342900">
              <a:buSzPct val="100000"/>
              <a:buChar char=" "/>
            </a:pPr>
            <a:r>
              <a:rPr lang="en-US" sz="1000" dirty="0">
                <a:solidFill>
                  <a:srgbClr val="5A6478"/>
                </a:solidFill>
              </a:rPr>
              <a:t>Type-safe frontend code</a:t>
            </a:r>
            <a:endParaRPr lang="en-US" sz="1200" dirty="0"/>
          </a:p>
          <a:p>
            <a:pPr marL="342900" indent="-342900">
              <a:buSzPct val="100000"/>
              <a:buChar char=" "/>
            </a:pPr>
            <a:r>
              <a:rPr lang="en-US" sz="1000" dirty="0">
                <a:solidFill>
                  <a:srgbClr val="5A6478"/>
                </a:solidFill>
              </a:rPr>
              <a:t>Responsive, animated UI</a:t>
            </a:r>
            <a:endParaRPr lang="en-US" sz="1200" dirty="0"/>
          </a:p>
          <a:p>
            <a:pPr marL="342900" indent="-342900">
              <a:buSzPct val="100000"/>
              <a:buChar char=" "/>
            </a:pPr>
            <a:r>
              <a:rPr lang="en-US" sz="1000" dirty="0">
                <a:solidFill>
                  <a:srgbClr val="5A6478"/>
                </a:solidFill>
              </a:rPr>
              <a:t>Professional animations &amp; transitions</a:t>
            </a:r>
            <a:endParaRPr lang="en-US" sz="1200" dirty="0"/>
          </a:p>
          <a:p>
            <a:pPr marL="342900" indent="-342900">
              <a:buSzPct val="100000"/>
              <a:buChar char=" "/>
            </a:pPr>
            <a:r>
              <a:rPr lang="en-US" sz="1000" dirty="0">
                <a:solidFill>
                  <a:srgbClr val="5A6478"/>
                </a:solidFill>
              </a:rPr>
              <a:t>Accessible interactive components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1691640"/>
            <a:ext cx="3429000" cy="45262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1874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BACKEND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</a:rPr>
              <a:t>PHP 8 + Laravel 10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</a:rPr>
              <a:t>Laravel Sanctum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</a:rPr>
              <a:t>MySQL (XAMPP / phpMyAdmin)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</a:rPr>
              <a:t>Laravel Validation</a:t>
            </a:r>
            <a:endParaRPr lang="en-US" sz="1200" dirty="0"/>
          </a:p>
          <a:p>
            <a:pPr marL="342900" indent="-342900">
              <a:buSzPct val="100000"/>
              <a:buChar char=" "/>
            </a:pPr>
            <a:r>
              <a:rPr lang="en-US" sz="1000" dirty="0">
                <a:solidFill>
                  <a:srgbClr val="5A6478"/>
                </a:solidFill>
              </a:rPr>
              <a:t>REST API, business logic, guards</a:t>
            </a:r>
            <a:endParaRPr lang="en-US" sz="1200" dirty="0"/>
          </a:p>
          <a:p>
            <a:pPr marL="342900" indent="-342900">
              <a:buSzPct val="100000"/>
              <a:buChar char=" "/>
            </a:pPr>
            <a:r>
              <a:rPr lang="en-US" sz="1000" dirty="0">
                <a:solidFill>
                  <a:srgbClr val="5A6478"/>
                </a:solidFill>
              </a:rPr>
              <a:t>Secure token authentication</a:t>
            </a:r>
            <a:endParaRPr lang="en-US" sz="1200" dirty="0"/>
          </a:p>
          <a:p>
            <a:pPr marL="342900" indent="-342900">
              <a:buSzPct val="100000"/>
              <a:buChar char=" "/>
            </a:pPr>
            <a:r>
              <a:rPr lang="en-US" sz="1000" dirty="0">
                <a:solidFill>
                  <a:srgbClr val="5A6478"/>
                </a:solidFill>
              </a:rPr>
              <a:t>Database — reports, users, logs</a:t>
            </a:r>
            <a:endParaRPr lang="en-US" sz="1200" dirty="0"/>
          </a:p>
          <a:p>
            <a:pPr marL="342900" indent="-342900">
              <a:buSzPct val="100000"/>
              <a:buChar char=" "/>
            </a:pPr>
            <a:r>
              <a:rPr lang="en-US" sz="1000" dirty="0">
                <a:solidFill>
                  <a:srgbClr val="5A6478"/>
                </a:solidFill>
              </a:rPr>
              <a:t>Strict input rules &amp; authorization per role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429000" cy="45262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7888" y="1874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🧰 WORKFLOW &amp; QUALITY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</a:rPr>
              <a:t>Git &amp; GitHub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</a:rPr>
              <a:t>VS Code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</a:rPr>
              <a:t>Chrome DevTools</a:t>
            </a:r>
            <a:endParaRPr lang="en-US" sz="1200" dirty="0"/>
          </a:p>
          <a:p>
            <a:pPr marL="342900" indent="-342900">
              <a:buSzPct val="100000"/>
              <a:buChar char=" "/>
            </a:pPr>
            <a:r>
              <a:rPr lang="en-US" sz="1000" dirty="0">
                <a:solidFill>
                  <a:srgbClr val="5A6478"/>
                </a:solidFill>
              </a:rPr>
              <a:t>Version control and collaboration</a:t>
            </a:r>
            <a:endParaRPr lang="en-US" sz="1200" dirty="0"/>
          </a:p>
          <a:p>
            <a:pPr marL="342900" indent="-342900">
              <a:buSzPct val="100000"/>
              <a:buChar char=" "/>
            </a:pPr>
            <a:r>
              <a:rPr lang="en-US" sz="1000" dirty="0">
                <a:solidFill>
                  <a:srgbClr val="5A6478"/>
                </a:solidFill>
              </a:rPr>
              <a:t>Development environment</a:t>
            </a:r>
            <a:endParaRPr lang="en-US" sz="1200" dirty="0"/>
          </a:p>
          <a:p>
            <a:pPr marL="342900" indent="-342900">
              <a:buSzPct val="100000"/>
              <a:buChar char=" "/>
            </a:pPr>
            <a:r>
              <a:rPr lang="en-US" sz="1000" dirty="0">
                <a:solidFill>
                  <a:srgbClr val="5A6478"/>
                </a:solidFill>
              </a:rPr>
              <a:t>Debugging UI &amp; network requests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78992" y="2331720"/>
            <a:ext cx="30175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20000"/>
              </a:lnSpc>
              <a:spcBef>
                <a:spcPts val="600"/>
              </a:spcBef>
              <a:buSzPct val="100000"/>
              <a:buChar char="•"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(React 18)</a:t>
            </a:r>
            <a:endParaRPr lang="en-US" sz="1250" dirty="0"/>
          </a:p>
          <a:p>
            <a:pPr lvl="1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framework — routing, server pages</a:t>
            </a:r>
            <a:endParaRPr lang="en-US" sz="1250" dirty="0"/>
          </a:p>
          <a:p>
            <a:pPr marL="127000" indent="-127000">
              <a:lnSpc>
                <a:spcPct val="120000"/>
              </a:lnSpc>
              <a:spcBef>
                <a:spcPts val="600"/>
              </a:spcBef>
              <a:buSzPct val="100000"/>
              <a:buChar char="•"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</a:t>
            </a:r>
            <a:endParaRPr lang="en-US" sz="1250" dirty="0"/>
          </a:p>
          <a:p>
            <a:pPr lvl="1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Type-safe frontend code</a:t>
            </a:r>
            <a:endParaRPr lang="en-US" sz="1250" dirty="0"/>
          </a:p>
          <a:p>
            <a:pPr marL="127000" indent="-127000">
              <a:lnSpc>
                <a:spcPct val="120000"/>
              </a:lnSpc>
              <a:spcBef>
                <a:spcPts val="600"/>
              </a:spcBef>
              <a:buSzPct val="100000"/>
              <a:buChar char="•"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+ custom CSS</a:t>
            </a:r>
            <a:endParaRPr lang="en-US" sz="1250" dirty="0"/>
          </a:p>
          <a:p>
            <a:pPr lvl="1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Responsive, animated UI</a:t>
            </a:r>
            <a:endParaRPr lang="en-US" sz="1250" dirty="0"/>
          </a:p>
          <a:p>
            <a:pPr marL="127000" indent="-127000">
              <a:lnSpc>
                <a:spcPct val="120000"/>
              </a:lnSpc>
              <a:spcBef>
                <a:spcPts val="600"/>
              </a:spcBef>
              <a:buSzPct val="100000"/>
              <a:buChar char="•"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GSAP + Framer Motion</a:t>
            </a:r>
            <a:endParaRPr lang="en-US" sz="1250" dirty="0"/>
          </a:p>
          <a:p>
            <a:pPr lvl="1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Professional animations &amp; transitions</a:t>
            </a:r>
            <a:endParaRPr lang="en-US" sz="1250" dirty="0"/>
          </a:p>
          <a:p>
            <a:pPr marL="127000" indent="-127000">
              <a:lnSpc>
                <a:spcPct val="120000"/>
              </a:lnSpc>
              <a:spcBef>
                <a:spcPts val="600"/>
              </a:spcBef>
              <a:buSzPct val="100000"/>
              <a:buChar char="•"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Headless UI</a:t>
            </a:r>
            <a:endParaRPr lang="en-US" sz="1250" dirty="0"/>
          </a:p>
          <a:p>
            <a:pPr lvl="1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Accessible interactive components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90872" y="2331720"/>
            <a:ext cx="30175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20000"/>
              </a:lnSpc>
              <a:spcBef>
                <a:spcPts val="600"/>
              </a:spcBef>
              <a:buSzPct val="100000"/>
              <a:buChar char="•"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PHP 8 + Laravel 10</a:t>
            </a:r>
            <a:endParaRPr lang="en-US" sz="1250" dirty="0"/>
          </a:p>
          <a:p>
            <a:pPr lvl="1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API, business logic, guards</a:t>
            </a:r>
            <a:endParaRPr lang="en-US" sz="1250" dirty="0"/>
          </a:p>
          <a:p>
            <a:pPr marL="127000" indent="-127000">
              <a:lnSpc>
                <a:spcPct val="120000"/>
              </a:lnSpc>
              <a:spcBef>
                <a:spcPts val="600"/>
              </a:spcBef>
              <a:buSzPct val="100000"/>
              <a:buChar char="•"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Laravel Sanctum</a:t>
            </a:r>
            <a:endParaRPr lang="en-US" sz="1250" dirty="0"/>
          </a:p>
          <a:p>
            <a:pPr lvl="1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token authentication</a:t>
            </a:r>
            <a:endParaRPr lang="en-US" sz="1250" dirty="0"/>
          </a:p>
          <a:p>
            <a:pPr marL="127000" indent="-127000">
              <a:lnSpc>
                <a:spcPct val="120000"/>
              </a:lnSpc>
              <a:spcBef>
                <a:spcPts val="600"/>
              </a:spcBef>
              <a:buSzPct val="100000"/>
              <a:buChar char="•"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(XAMPP / phpMyAdmin)</a:t>
            </a:r>
            <a:endParaRPr lang="en-US" sz="1250" dirty="0"/>
          </a:p>
          <a:p>
            <a:pPr lvl="1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— reports, users, logs</a:t>
            </a:r>
            <a:endParaRPr lang="en-US" sz="1250" dirty="0"/>
          </a:p>
          <a:p>
            <a:pPr marL="127000" indent="-127000">
              <a:lnSpc>
                <a:spcPct val="120000"/>
              </a:lnSpc>
              <a:spcBef>
                <a:spcPts val="600"/>
              </a:spcBef>
              <a:buSzPct val="100000"/>
              <a:buChar char="•"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Laravel Validation</a:t>
            </a:r>
            <a:endParaRPr lang="en-US" sz="1250" dirty="0"/>
          </a:p>
          <a:p>
            <a:pPr lvl="1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input rules &amp; authorization per role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302752" y="2331720"/>
            <a:ext cx="30175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20000"/>
              </a:lnSpc>
              <a:spcBef>
                <a:spcPts val="600"/>
              </a:spcBef>
              <a:buSzPct val="100000"/>
              <a:buChar char="•"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&amp; GitHub</a:t>
            </a:r>
            <a:endParaRPr lang="en-US" sz="1250" dirty="0"/>
          </a:p>
          <a:p>
            <a:pPr lvl="1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 control and collaboration</a:t>
            </a:r>
            <a:endParaRPr lang="en-US" sz="1250" dirty="0"/>
          </a:p>
          <a:p>
            <a:pPr marL="127000" indent="-127000">
              <a:lnSpc>
                <a:spcPct val="120000"/>
              </a:lnSpc>
              <a:spcBef>
                <a:spcPts val="600"/>
              </a:spcBef>
              <a:buSzPct val="100000"/>
              <a:buChar char="•"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Code</a:t>
            </a:r>
            <a:endParaRPr lang="en-US" sz="1250" dirty="0"/>
          </a:p>
          <a:p>
            <a:pPr lvl="1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Development environment</a:t>
            </a:r>
            <a:endParaRPr lang="en-US" sz="1250" dirty="0"/>
          </a:p>
          <a:p>
            <a:pPr marL="127000" indent="-127000">
              <a:lnSpc>
                <a:spcPct val="120000"/>
              </a:lnSpc>
              <a:spcBef>
                <a:spcPts val="600"/>
              </a:spcBef>
              <a:buSzPct val="100000"/>
              <a:buChar char="•"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Chrome DevTools</a:t>
            </a:r>
            <a:endParaRPr lang="en-US" sz="1250" dirty="0"/>
          </a:p>
          <a:p>
            <a:pPr lvl="1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Debugging UI &amp; network requests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Full-stack modern stack — separated REST API (Laravel) and SPA frontend (Next.js).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4A8F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65836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Challenges Encountered &amp; Lessons Learned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745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🧩  Challenges Encountered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377440"/>
            <a:ext cx="4983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Connecting Laravel (PHP) REST API to the Next.js frontend — CORS, tokens, and auth flow took many debugging cycles.</a:t>
            </a:r>
            <a:endParaRPr lang="en-US" sz="1250" dirty="0"/>
          </a:p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UI: building three different experiences (user / maintenance / admin) for the same data without leaking pages to the wrong role.</a:t>
            </a:r>
            <a:endParaRPr lang="en-US" sz="1250" dirty="0"/>
          </a:p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 routing bugs — making sure each role got the right notification, linked deep to the right report.</a:t>
            </a:r>
            <a:endParaRPr lang="en-US" sz="1250" dirty="0"/>
          </a:p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 upload &amp; AI-image detection edge cases.</a:t>
            </a:r>
            <a:endParaRPr lang="en-US" sz="1250" dirty="0"/>
          </a:p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 responsiveness and dark-theme consistency across every page (cards, badges, dropdowns).</a:t>
            </a:r>
            <a:endParaRPr lang="en-US" sz="1250" dirty="0"/>
          </a:p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management and coordinating tasks among group members.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46520" y="1691640"/>
            <a:ext cx="4937760" cy="4572000"/>
          </a:xfrm>
          <a:prstGeom prst="roundRect">
            <a:avLst>
              <a:gd name="adj" fmla="val 2000"/>
            </a:avLst>
          </a:prstGeom>
          <a:solidFill>
            <a:srgbClr val="ECFDF8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187452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🌱  Lessons Learned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 control (Git) is essential — it saved the group from overwriting each other’s work.</a:t>
            </a:r>
            <a:endParaRPr lang="en-US" sz="1250" dirty="0"/>
          </a:p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 role separation and task delegation keeps a multi-member project on track.</a:t>
            </a:r>
            <a:endParaRPr lang="en-US" sz="1250" dirty="0"/>
          </a:p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the API contract and authorization rules before coding the UI.</a:t>
            </a:r>
            <a:endParaRPr lang="en-US" sz="1250" dirty="0"/>
          </a:p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experience with a full REST API stack (Laravel + Sanctum + SQL).</a:t>
            </a:r>
            <a:endParaRPr lang="en-US" sz="1250" dirty="0"/>
          </a:p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 each user role end-to-end early exposes bugs that unit testing misses.</a:t>
            </a:r>
            <a:endParaRPr lang="en-US" sz="1250" dirty="0"/>
          </a:p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Small UX details (unread dots, notifications, empty states) are what make a system feel finished.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4A8F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65836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Enhancements &amp; Next Steps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52120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075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00200" y="185623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B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dashboard v2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600200" y="2221992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Resolve-time trends, equipment that breaks repeatedly, spot departments that need bigger budgets.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2120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8232" y="2075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040880" y="185623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B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app / PWA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040880" y="2221992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Installable app with push notifications so students can report from their phones instantly.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108960"/>
            <a:ext cx="52120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4930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600200" y="327355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B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 AI capability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600200" y="3639312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Auto-categorize reports by photo, smarter duplicate detection between similar reports.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3108960"/>
            <a:ext cx="52120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8232" y="34930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040880" y="327355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B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&amp; 2FA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0" y="3639312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confirmations for statuses, optional two-factor authentication for admin accounts.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" y="4526280"/>
            <a:ext cx="52120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49103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☁️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600200" y="469087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B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deployment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600200" y="5056632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to a web hosting platform — accessible beyond the school intranet.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63640" y="4526280"/>
            <a:ext cx="52120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28232" y="49103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🗺️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040880" y="469087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B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map integration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040880" y="5056632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the exact room / equipment location from an interactive map when reporting.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B4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“Version 2.0 — smarter, mobile, and campus-wide.”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32B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206240"/>
            <a:ext cx="4572000" cy="4572000"/>
          </a:xfrm>
          <a:prstGeom prst="ellipse">
            <a:avLst/>
          </a:prstGeom>
          <a:solidFill>
            <a:srgbClr val="3B4A8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5029200" cy="5029200"/>
          </a:xfrm>
          <a:prstGeom prst="ellipse">
            <a:avLst/>
          </a:prstGeom>
          <a:solidFill>
            <a:srgbClr val="1E274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92024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 for listening!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Questions?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29768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 the live system: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41648" y="461772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A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[QR code to live system / demo account]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Fixko — Campus Facility Maintenance Reporting System</dc:title>
  <dc:subject>PptxGenJS Presentation</dc:subject>
  <dc:creator>Fixko Team</dc:creator>
  <cp:lastModifiedBy>Fixko Team</cp:lastModifiedBy>
  <cp:revision>1</cp:revision>
  <dcterms:created xsi:type="dcterms:W3CDTF">2026-10-26T22:43:19Z</dcterms:created>
  <dcterms:modified xsi:type="dcterms:W3CDTF">2026-10-26T22:43:19Z</dcterms:modified>
</cp:coreProperties>
</file>